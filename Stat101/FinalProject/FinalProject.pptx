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sldIdLst>
    <p:sldId id="256" r:id="rId5"/>
    <p:sldId id="261" r:id="rId6"/>
    <p:sldId id="258" r:id="rId7"/>
    <p:sldId id="260" r:id="rId8"/>
    <p:sldId id="259" r:id="rId9"/>
    <p:sldId id="257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44" y="1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5936189"/>
            <a:ext cx="402166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399" y="2750337"/>
            <a:ext cx="1370293" cy="1356442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028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565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5936189"/>
            <a:ext cx="483467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86989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776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034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667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48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973262"/>
            <a:ext cx="1444752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625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019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47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310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032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61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2902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8" y="3660763"/>
            <a:ext cx="5987731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577285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5300150"/>
            <a:ext cx="6896534" cy="51195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9909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3015290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3007906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3007905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7368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1" y="4873765"/>
            <a:ext cx="219225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4873764"/>
            <a:ext cx="221800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4" y="4873762"/>
            <a:ext cx="219723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6272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0317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1895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5432500"/>
            <a:ext cx="1149636" cy="1273100"/>
          </a:xfrm>
        </p:spPr>
        <p:txBody>
          <a:bodyPr anchor="t"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604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9671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CPI Descriptive Statistics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Project Presentation</a:t>
            </a:r>
            <a:endParaRPr lang="en-US" dirty="0"/>
          </a:p>
          <a:p>
            <a:r>
              <a:rPr lang="en-US"/>
              <a:t>Wayne Mitchell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0BFAE-48D0-563C-0F56-3433C05D4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40558-5AFA-7882-A4F3-2C164AADD8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Growth is gradual rather than volatile.</a:t>
            </a:r>
          </a:p>
          <a:p>
            <a:r>
              <a:rPr lang="en-US" dirty="0"/>
              <a:t>Year to year increases are predictable and consistent.</a:t>
            </a:r>
          </a:p>
          <a:p>
            <a:r>
              <a:rPr lang="en-US" dirty="0"/>
              <a:t>Supports long term inflation as the primary driver.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628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 </a:t>
            </a:r>
            <a:r>
              <a:rPr lang="en-US" dirty="0"/>
              <a:t>is </a:t>
            </a:r>
            <a:r>
              <a:rPr dirty="0"/>
              <a:t>structured</a:t>
            </a:r>
            <a:r>
              <a:rPr lang="en-US" dirty="0"/>
              <a:t> in rows</a:t>
            </a:r>
            <a:r>
              <a:rPr dirty="0"/>
              <a:t> and columns.</a:t>
            </a:r>
          </a:p>
          <a:p>
            <a:r>
              <a:rPr dirty="0"/>
              <a:t>Numeric values measured across months and years.</a:t>
            </a:r>
          </a:p>
          <a:p>
            <a:r>
              <a:rPr lang="en-US" dirty="0"/>
              <a:t> Well-suited</a:t>
            </a:r>
            <a:r>
              <a:rPr dirty="0"/>
              <a:t> for summaries, trends, and visualizations.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31E4E-A2CC-842B-526C-F260A81E9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923E6-FA72-780F-4E9C-02209AC4C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Values range from the mid 50s to above 320.</a:t>
            </a:r>
          </a:p>
          <a:p>
            <a:r>
              <a:rPr lang="en-US" dirty="0"/>
              <a:t>The middle fifty percent shows clear upward movement.</a:t>
            </a:r>
          </a:p>
          <a:p>
            <a:r>
              <a:rPr lang="en-US" dirty="0"/>
              <a:t>Mean CPI increases steadily across multiple decades.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122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Benefits from These Summaries?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Policy makers analyzing inflation.</a:t>
            </a:r>
          </a:p>
          <a:p>
            <a:r>
              <a:rPr dirty="0"/>
              <a:t>Students and educators studying economic trends.</a:t>
            </a:r>
          </a:p>
          <a:p>
            <a:r>
              <a:rPr dirty="0"/>
              <a:t> Anyone explaining </a:t>
            </a:r>
            <a:r>
              <a:rPr lang="en-US" dirty="0"/>
              <a:t>the cost-of-living</a:t>
            </a:r>
            <a:r>
              <a:rPr dirty="0"/>
              <a:t> changes.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CPI values rise steadily over </a:t>
            </a:r>
            <a:r>
              <a:rPr lang="en-US" dirty="0"/>
              <a:t>a 50-year period</a:t>
            </a:r>
            <a:r>
              <a:rPr dirty="0"/>
              <a:t>.</a:t>
            </a:r>
          </a:p>
          <a:p>
            <a:r>
              <a:rPr dirty="0"/>
              <a:t>Data show predictable </a:t>
            </a:r>
            <a:r>
              <a:rPr lang="en-US" dirty="0"/>
              <a:t>long-term</a:t>
            </a:r>
            <a:r>
              <a:rPr dirty="0"/>
              <a:t> inflation trends.</a:t>
            </a:r>
          </a:p>
          <a:p>
            <a:r>
              <a:rPr dirty="0"/>
              <a:t>No major spikes or unstable swings were observed.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E0A2A810F25F848BFA092BBEA850C3A" ma:contentTypeVersion="6" ma:contentTypeDescription="Create a new document." ma:contentTypeScope="" ma:versionID="a2279ea7da08e92911f88c4cc3faf736">
  <xsd:schema xmlns:xsd="http://www.w3.org/2001/XMLSchema" xmlns:xs="http://www.w3.org/2001/XMLSchema" xmlns:p="http://schemas.microsoft.com/office/2006/metadata/properties" xmlns:ns3="6b32e734-4d8f-4e84-9211-96864bfbbc0c" targetNamespace="http://schemas.microsoft.com/office/2006/metadata/properties" ma:root="true" ma:fieldsID="966b50d4ad832fec78d5b075e2dde282" ns3:_="">
    <xsd:import namespace="6b32e734-4d8f-4e84-9211-96864bfbbc0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32e734-4d8f-4e84-9211-96864bfbbc0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b32e734-4d8f-4e84-9211-96864bfbbc0c" xsi:nil="true"/>
  </documentManagement>
</p:properties>
</file>

<file path=customXml/itemProps1.xml><?xml version="1.0" encoding="utf-8"?>
<ds:datastoreItem xmlns:ds="http://schemas.openxmlformats.org/officeDocument/2006/customXml" ds:itemID="{84CE8839-2763-4609-8916-2411713568E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32e734-4d8f-4e84-9211-96864bfbbc0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BA45342-602A-4A0A-A57A-9434ADD898D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ED8C5C8-C2B5-4DB5-82B8-03BD25F3166F}">
  <ds:schemaRefs>
    <ds:schemaRef ds:uri="http://purl.org/dc/elements/1.1/"/>
    <ds:schemaRef ds:uri="6b32e734-4d8f-4e84-9211-96864bfbbc0c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9</TotalTime>
  <Words>142</Words>
  <Application>Microsoft Office PowerPoint</Application>
  <PresentationFormat>On-screen Show (4:3)</PresentationFormat>
  <Paragraphs>23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Trebuchet MS</vt:lpstr>
      <vt:lpstr>Berlin</vt:lpstr>
      <vt:lpstr>CPI Descriptive Statistics Summary</vt:lpstr>
      <vt:lpstr>Overview</vt:lpstr>
      <vt:lpstr>Data Structure</vt:lpstr>
      <vt:lpstr>Trends</vt:lpstr>
      <vt:lpstr>Who Benefits from These Summaries?</vt:lpstr>
      <vt:lpstr>Key Conclusions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Mitchell, Wayne, 5871</cp:lastModifiedBy>
  <cp:revision>2</cp:revision>
  <dcterms:created xsi:type="dcterms:W3CDTF">2013-01-27T09:14:16Z</dcterms:created>
  <dcterms:modified xsi:type="dcterms:W3CDTF">2025-11-16T22:14:50Z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0x0101002E0A2A810F25F848BFA092BBEA850C3A</vt:lpwstr>
  </property>
</Properties>
</file>